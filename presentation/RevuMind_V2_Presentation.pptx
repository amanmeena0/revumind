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project: RevuMind V2 is an upgraded Review Intelligence Platform. It shifts from traditional text baselines to a complete 7-model deep learning and gradient boosted cascade, extracting fine-grained business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shift: the platform focuses entirely on text intelligence now. We ingest raw files from the local archive directory, parsing text columns, ratings, helpfulness votes, and timestamps.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feature-based repository design. We isolate database connection setups (core/) from models, pipelines, and visualizations. Each model directory holds its training and inference wrappers.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Step 2 Preprocessing: We clean raw inputs in chunks, remove HTML/URLs/emojis, apply custom ASCII filters to keep English, and merge fields into a clean review text for downstream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deep learning stack: RoBERTa for overall sentiment, spaCy Transformer + DeBERTa for aspect sentiment mapping, and Sentence-Transformers for semantic vector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machine learning processes: BERTopic coordinates clusters using UMAP + HDBSCAN + c-TF-IDF. XGBoost regression models helpfulness scores from engineered tabular features (lengths, readability, sentiment).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connection: ingest_to_db.py orchestrates DB insertion. ExecutiveSummarizer runs BART to summarize review clusters, while the Insights engine generates praises, complaints, and product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dashboard implementation: We updated dashboard.py to load real data directly from the SQLite database. It runs interactive charts, filters products dynamically, and includes a fallback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execution commands: Run init_db.py to configure schemas, run train_all.py to fit topics/helpfulness, run ingest_to_db.py to run the ML cascade and load DB rows, then launch Streamlit.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RevuMind V2 upgrades from classical baselines to a production 7-model NLP cascade. Future targets include multi-tenant databases, Kafka stream ingestion, RAG conversational agents, and student model compression.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F2833">
              <a:alpha val="70000"/>
            </a:srgbClr>
          </a:solidFill>
          <a:ln w="12700">
            <a:solidFill>
              <a:srgbClr val="1F28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13232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486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RevuMind V2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Review Intelligence Platform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Communication Engineering  |  Year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Machine Learning (V2 Upgrade)  |  Stack: PyTorch + Transformers + XGBoost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24612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1F28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github.com/ananaymeena3/RevuMind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of RevuMind V2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thousands of customer reviews into structured, actionable business insights.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Key Capabilities: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RoBERTa Overall Sentiment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spaCy TRF Named Entity Boundaries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DeBERTa Aspect-Based Polarity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XGBoost Helpfulness Regression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Ingestion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18288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Amazon Fine Food Reviews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local dataset at archive/Reviews.csv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size: ~300MB containing 500k+ reviews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Columns (Step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ProductId &amp; Score (Stars)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Summary &amp; Text (Reviews)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HelpfulnessNumerator &amp; Denominator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(Unix Timestamp)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100% Text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Redesigned Repository Structure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80160"/>
            <a:ext cx="35661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F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revumind/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core/            # Database configurations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db/              # ORM Schemas &amp;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pipeline/        # Ingestion, inference, ETL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C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preprocess.py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C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train_all.py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C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inference.py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F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          # Model wrappers &amp; weights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C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sentiment/ | ner/ | embeddings/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C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absa/ | topics/ | helpfulness/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utils/           # Text stats &amp; readability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5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visualization/   # Streamlit UI layers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3776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&amp; Concerns Isolation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178308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Architecture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ML component (Sentiment, NER, Topic Model) is a self-contained directory containing model loading, evaluation, and weights configurations.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ingestion (preprocess.py) from model wrappers, inference orchestrators (inference.py), database connections, and dashboards.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deep learning wrappers fall back to lightweight models or rule-based heuristics to allow instant CPU-bound local debugging.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Text Preprocessing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14400" y="1143000"/>
            <a:ext cx="914400" cy="914400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F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56232" y="1563624"/>
            <a:ext cx="640080" cy="73152"/>
          </a:xfrm>
          <a:prstGeom prst="rect">
            <a:avLst/>
          </a:prstGeom>
          <a:solidFill>
            <a:srgbClr val="66FCF1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24028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Ingestion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7432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Reviews.csv in chunks to prevent memory limits.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63240" y="1143000"/>
            <a:ext cx="914400" cy="914400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6324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F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005072" y="1563624"/>
            <a:ext cx="640080" cy="73152"/>
          </a:xfrm>
          <a:prstGeom prst="rect">
            <a:avLst/>
          </a:prstGeom>
          <a:solidFill>
            <a:srgbClr val="66FCF1"/>
          </a:solidFill>
          <a:ln/>
        </p:spPr>
      </p:sp>
      <p:sp>
        <p:nvSpPr>
          <p:cNvPr id="14" name="Shape 11"/>
          <p:cNvSpPr/>
          <p:nvPr/>
        </p:nvSpPr>
        <p:spPr>
          <a:xfrm>
            <a:off x="2697480" y="224028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432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Stripping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43200" y="27432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HTML tags, URLs, and strips emoji/unicode symbols.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12080" y="1143000"/>
            <a:ext cx="914400" cy="914400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1208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F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153912" y="1563624"/>
            <a:ext cx="640080" cy="73152"/>
          </a:xfrm>
          <a:prstGeom prst="rect">
            <a:avLst/>
          </a:prstGeom>
          <a:solidFill>
            <a:srgbClr val="66FC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846320" y="224028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Filter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7432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heuristic character ratio limits to isolate English reviews.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360920" y="1143000"/>
            <a:ext cx="914400" cy="914400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36092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F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6995160" y="224028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0408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Text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040880" y="27432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Summary + Text into a clean review text format.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State-of-the-Art Deep Learning Models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298448"/>
            <a:ext cx="1645920" cy="292608"/>
          </a:xfrm>
          <a:prstGeom prst="roundRect">
            <a:avLst>
              <a:gd name="adj" fmla="val 21875"/>
            </a:avLst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98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Tone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6824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RoBERTa (Sentiment)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classification head for positive, negative, and neutral.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negation and context better than VADER rules.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confidence scores for overall sentiment classification.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14300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298448"/>
            <a:ext cx="1645920" cy="292608"/>
          </a:xfrm>
          <a:prstGeom prst="roundRect">
            <a:avLst>
              <a:gd name="adj" fmla="val 21875"/>
            </a:avLst>
          </a:prstGeom>
          <a:solidFill>
            <a:srgbClr val="6A1B9A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298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Aspect-Based Focus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16824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spaCy TRF + DeBERTa (NER / ABSA)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776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Transformer extracts entity boundaries (Brands, Features).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 ABSA evaluates sentiment for each specific aspect.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mixed sentiments (e.g., 'vivid screen but slow charging').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370832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43708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Embeddings: all-MiniLM-L6-v2 maps text to 384-dimensional vectors for semantic searches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Modeling &amp; Helpfulness Prediction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BERTopic Modeling (Step 7)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384-dimensional Sentence Embeddings.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space using UMAP projections.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data points using HDBSCAN density models.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topic keywords using class-based TF-IDF.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reviews to coherent feedback groups (e.g. Battery).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Helpfulness Regressor (Step 9)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continuous helpfulness ratio (0.0 to 1.0).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3776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text stats (word/sentence count, character lengths).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37760" y="2788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Flesch Reading Ease &amp; Flesch-Kincaid Grade scores.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93776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features: Sentiment score, aspect count, topic assigned.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93776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fitted scaler and booster trees to disk.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Ingestions, Cohort Summaries &amp; Insights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Ingestion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Pipeline: ingest_to_db.py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raw reviews, feeds them through the inference engine, and populates SQLAlchemy relational database tables.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Schemas: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products &amp; reviews (core data)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review_embeddings (384-d vectors)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entities &amp; aspect_sentiments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topics &amp; summaries (aggregations)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BART Summaries &amp; Step 10 Insights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37760" y="178308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BART Summaries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reviews by cohort (product, sentiment type, or topic cluster) and generates concise executive summaries using BART weights.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Engine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positive praises vs. negative complaints and automatically synthesizes actionable business recommendations to resolve pain points.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Dashboard Layer (Step 11)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560320" cy="3520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1" descr="/Users/amanmeena/Documents/Work/RevuMind/reports/figures/real_time_kpi_car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228600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KPI Cards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review volumes, sentiment ratios, and helpfulness metrics dynamically.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91840" y="1143000"/>
            <a:ext cx="2560320" cy="3520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2" descr="/Users/amanmeena/Documents/Work/RevuMind/reports/figures/aspect_sentiment_heatma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80160"/>
            <a:ext cx="2286000" cy="1920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 Sentiment Heatmap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3832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positive, neutral, and negative metrics across key product aspect features.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126480" y="1143000"/>
            <a:ext cx="2560320" cy="3520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3" descr="/Users/amanmeena/Documents/Work/RevuMind/reports/figures/extractive_cohort_summari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80160"/>
            <a:ext cx="2286000" cy="19202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Extractive Cohort summaries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1792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executive summary blocks generated from review cohorts.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C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Tech Stack &amp; Commands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383280" cy="35204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Tech Stack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1755648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F4F6F9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7739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&amp; Transformers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68880" y="17739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RoBERTa, DeBERTa, BART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2359152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F4F6F9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spaCy &amp; regex Matchers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68880" y="23774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entity boundary mapping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2962656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F4F6F9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9809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&amp; Scikit-Learn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68880" y="29809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&amp; fallbacks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3566160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F4F6F9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584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 &amp; pgvector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68880" y="35844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database schemas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4360" y="4169664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F4F6F9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4187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&amp; Plotly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468880" y="41879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layer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23360" y="1143000"/>
            <a:ext cx="4663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20624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Pipelines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06240" y="1847088"/>
            <a:ext cx="329184" cy="329184"/>
          </a:xfrm>
          <a:prstGeom prst="ellipse">
            <a:avLst/>
          </a:prstGeom>
          <a:solidFill>
            <a:srgbClr val="66FCF1"/>
          </a:solidFill>
          <a:ln/>
        </p:spPr>
      </p:sp>
      <p:sp>
        <p:nvSpPr>
          <p:cNvPr id="25" name="Text 22"/>
          <p:cNvSpPr/>
          <p:nvPr/>
        </p:nvSpPr>
        <p:spPr>
          <a:xfrm>
            <a:off x="420624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17720" y="1755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DB Tables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17720" y="2057400"/>
            <a:ext cx="3931920" cy="320040"/>
          </a:xfrm>
          <a:prstGeom prst="roundRect">
            <a:avLst>
              <a:gd name="adj" fmla="val 17143"/>
            </a:avLst>
          </a:prstGeom>
          <a:solidFill>
            <a:srgbClr val="0B0C10"/>
          </a:solidFill>
          <a:ln/>
        </p:spPr>
      </p:sp>
      <p:sp>
        <p:nvSpPr>
          <p:cNvPr id="28" name="Text 25"/>
          <p:cNvSpPr/>
          <p:nvPr/>
        </p:nvSpPr>
        <p:spPr>
          <a:xfrm>
            <a:off x="466344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F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revumind/db/init_db.py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206240" y="2569464"/>
            <a:ext cx="329184" cy="329184"/>
          </a:xfrm>
          <a:prstGeom prst="ellipse">
            <a:avLst/>
          </a:prstGeom>
          <a:solidFill>
            <a:srgbClr val="66FCF1"/>
          </a:solidFill>
          <a:ln/>
        </p:spPr>
      </p:sp>
      <p:sp>
        <p:nvSpPr>
          <p:cNvPr id="30" name="Text 27"/>
          <p:cNvSpPr/>
          <p:nvPr/>
        </p:nvSpPr>
        <p:spPr>
          <a:xfrm>
            <a:off x="420624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617720" y="2478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Training Pipeline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17720" y="2779776"/>
            <a:ext cx="3931920" cy="320040"/>
          </a:xfrm>
          <a:prstGeom prst="roundRect">
            <a:avLst>
              <a:gd name="adj" fmla="val 17143"/>
            </a:avLst>
          </a:prstGeom>
          <a:solidFill>
            <a:srgbClr val="0B0C10"/>
          </a:solidFill>
          <a:ln/>
        </p:spPr>
      </p:sp>
      <p:sp>
        <p:nvSpPr>
          <p:cNvPr id="33" name="Text 30"/>
          <p:cNvSpPr/>
          <p:nvPr/>
        </p:nvSpPr>
        <p:spPr>
          <a:xfrm>
            <a:off x="4663440" y="2779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F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revumind/pipeline/train_all.py --sample_size 5000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206240" y="3291840"/>
            <a:ext cx="329184" cy="329184"/>
          </a:xfrm>
          <a:prstGeom prst="ellipse">
            <a:avLst/>
          </a:prstGeom>
          <a:solidFill>
            <a:srgbClr val="66FCF1"/>
          </a:solidFill>
          <a:ln/>
        </p:spPr>
      </p:sp>
      <p:sp>
        <p:nvSpPr>
          <p:cNvPr id="35" name="Text 32"/>
          <p:cNvSpPr/>
          <p:nvPr/>
        </p:nvSpPr>
        <p:spPr>
          <a:xfrm>
            <a:off x="42062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61772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Reviews to DB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617720" y="3502152"/>
            <a:ext cx="3931920" cy="320040"/>
          </a:xfrm>
          <a:prstGeom prst="roundRect">
            <a:avLst>
              <a:gd name="adj" fmla="val 17143"/>
            </a:avLst>
          </a:prstGeom>
          <a:solidFill>
            <a:srgbClr val="0B0C10"/>
          </a:solidFill>
          <a:ln/>
        </p:spPr>
      </p:sp>
      <p:sp>
        <p:nvSpPr>
          <p:cNvPr id="38" name="Text 35"/>
          <p:cNvSpPr/>
          <p:nvPr/>
        </p:nvSpPr>
        <p:spPr>
          <a:xfrm>
            <a:off x="4663440" y="3502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F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revumind/pipeline/ingest_to_db.py --sample_size 100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206240" y="4014216"/>
            <a:ext cx="329184" cy="329184"/>
          </a:xfrm>
          <a:prstGeom prst="ellipse">
            <a:avLst/>
          </a:prstGeom>
          <a:solidFill>
            <a:srgbClr val="66FCF1"/>
          </a:solidFill>
          <a:ln/>
        </p:spPr>
      </p:sp>
      <p:sp>
        <p:nvSpPr>
          <p:cNvPr id="40" name="Text 37"/>
          <p:cNvSpPr/>
          <p:nvPr/>
        </p:nvSpPr>
        <p:spPr>
          <a:xfrm>
            <a:off x="420624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617720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Interactive UI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617720" y="4224528"/>
            <a:ext cx="3931920" cy="320040"/>
          </a:xfrm>
          <a:prstGeom prst="roundRect">
            <a:avLst>
              <a:gd name="adj" fmla="val 17143"/>
            </a:avLst>
          </a:prstGeom>
          <a:solidFill>
            <a:srgbClr val="0B0C10"/>
          </a:solidFill>
          <a:ln/>
        </p:spPr>
      </p:sp>
      <p:sp>
        <p:nvSpPr>
          <p:cNvPr id="43" name="Text 40"/>
          <p:cNvSpPr/>
          <p:nvPr/>
        </p:nvSpPr>
        <p:spPr>
          <a:xfrm>
            <a:off x="466344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F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revumind/visualization/dashboard.py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F2833">
              <a:alpha val="60000"/>
            </a:srgbClr>
          </a:solidFill>
          <a:ln w="12700">
            <a:solidFill>
              <a:srgbClr val="1F2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6FC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36576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Scalability &amp; Conclusion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FC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Scaling Path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0784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16459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isolation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32688" y="19751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database schemas to support multiple business accounts.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4016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" y="23591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Streaming Pipelines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32688" y="26883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Kafka + Flink to process reviews in near real-time.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27248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688" y="30723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RAG Agent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932688" y="34015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vector embeddings to LLMs so users can query the reviews.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32688" y="37856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Distillation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932688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 models into student models to cut GPU hosting costs.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66FCF1">
              <a:alpha val="8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RevuMind V2 provides a production-ready AI Review Intelligence system  |  PyTorch · Transformers · XGBoost · FastAPI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RevuMind V2 – AI-Powered Review Intelligence Platform</dc:title>
  <dc:subject>PptxGenJS Presentation</dc:subject>
  <dc:creator>Aman Meena</dc:creator>
  <cp:lastModifiedBy>Aman Meena</cp:lastModifiedBy>
  <cp:revision>1</cp:revision>
  <dcterms:created xsi:type="dcterms:W3CDTF">2026-06-19T14:34:21Z</dcterms:created>
  <dcterms:modified xsi:type="dcterms:W3CDTF">2026-06-19T14:34:21Z</dcterms:modified>
</cp:coreProperties>
</file>